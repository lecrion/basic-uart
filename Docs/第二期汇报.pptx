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27A2FB-AF3D-2074-77F4-C82680CB2F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4C855E1-0DD5-560B-6A17-5DC436EE99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C08A08-0196-54D9-EADE-8CB3E74CB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1FDD0-AE1E-4CE0-AF54-B52A9BBA6D46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4DFB57-D081-8025-CCBB-E87D6949B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A5D6D1B-7C2F-E160-D938-900F1D496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8536C-C140-4F36-A87C-A95A0BFFB9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8525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0BF52E-AC49-664E-9C37-53C175D78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EE3BA3-59ED-0C7F-9AB1-A9066A2A73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569C462-F2DB-A099-2649-6A1B9BC02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1FDD0-AE1E-4CE0-AF54-B52A9BBA6D46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AEB6C33-2552-ABB7-1FB9-982E3ED22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C9266-35DD-5F0C-9F7B-DBDC29021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8536C-C140-4F36-A87C-A95A0BFFB9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8589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0C2868-7AEF-E859-FE77-6599FD8D1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B15F365-BB3A-6947-E05A-B284E35E2B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6DF78-5DB2-45B9-59FC-4B8BD8CFE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1FDD0-AE1E-4CE0-AF54-B52A9BBA6D46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3B579E7-AC0A-D9AB-BB5C-28FF7FC23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263C0A-F2F9-8DEE-7174-B238B9A82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8536C-C140-4F36-A87C-A95A0BFFB9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8998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A296BF-6752-B00B-E63D-C2C23101A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64EFF5-F133-EFC4-9D2D-1BAC40A850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0B95B43-5871-BD71-07EF-D25F71BB25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1431623-4DBB-416A-2C79-29B6820D1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1FDD0-AE1E-4CE0-AF54-B52A9BBA6D46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21BAD4E-7A9A-57F0-B56F-DCB2033FA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4A8B60E-986E-D137-D18D-8E56F1F6B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8536C-C140-4F36-A87C-A95A0BFFB9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7962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426183-0B90-DEE8-7FF8-7D4B02135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D445408-8858-970D-0215-EAF2B5193D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2217ABB-AB1F-BB55-16BB-B9696B9640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6FECB3D-0363-0244-2CA5-85A861538D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C8F6A61-89C1-9118-19DE-F7122964C4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3650BAC-4136-982D-14E8-4D210EF98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1FDD0-AE1E-4CE0-AF54-B52A9BBA6D46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B18E586-F24A-7D19-A7DB-EC35E43AC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D8D8ED7-A129-2D89-FC48-D331FB731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8536C-C140-4F36-A87C-A95A0BFFB9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4541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63D4C0-316A-8611-53F4-C31788C25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0044FC5-AB46-46C3-4555-0C4439907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1FDD0-AE1E-4CE0-AF54-B52A9BBA6D46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26A0BE4-4D7D-E2BC-FC97-088FFFEBE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ACD4B6A-46F6-D3BA-8C02-74C67CD06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8536C-C140-4F36-A87C-A95A0BFFB9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1872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9AFE6D8-0FD8-F622-1DBC-1DDE0D600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1FDD0-AE1E-4CE0-AF54-B52A9BBA6D46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1BD32C3-49F4-4DED-B6F6-76671AF9C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4A30675-5F07-8C4A-C949-2AED93DF7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8536C-C140-4F36-A87C-A95A0BFFB9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6873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A3C450-9DD4-C78C-F5EA-B29F3549C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BF4C41-BA86-5DD8-AFFF-4B5DAE4E3D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67FDB14-0FBB-27CC-CC61-3CA92FDC67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B9D7EF3-261B-31EE-DBED-385275425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1FDD0-AE1E-4CE0-AF54-B52A9BBA6D46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5DA451F-EC84-4498-1DCF-B7451C738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3E2669C-9E5B-95CC-1330-EFFE32B9A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8536C-C140-4F36-A87C-A95A0BFFB9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7333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5D7AAD-F51E-0AB2-28F5-1D23052B5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68D57EB-CBE8-084F-CBD0-886B838D6E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B3E99D2-44AA-6745-EFE9-964EF6A8E5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B4B0BC8-C012-B799-3EA9-D9AACD370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1FDD0-AE1E-4CE0-AF54-B52A9BBA6D46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1B68B8A-A8AA-0AC9-CBA2-E2D2B0DA3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8EB45B0-CBA8-B21E-CFAD-F623A09BB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8536C-C140-4F36-A87C-A95A0BFFB9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8197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3AD352-895A-8FB5-2001-E6F069D33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80F3F11-CC86-08C2-59EA-ABB8DDEFF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6E023C2-93BF-3A8D-FC13-D7D57DD1E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1FDD0-AE1E-4CE0-AF54-B52A9BBA6D46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4EEBAA-929C-4983-9B6C-C2B166380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E061C3-30B3-4264-B2CB-CCE94F1C6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8536C-C140-4F36-A87C-A95A0BFFB9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10776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5DB3D04-4FC1-290C-8EDC-FC1A7810E6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461D086-35CA-5EFC-88C3-E68412C8FA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8F3EF3-8C41-8341-64EC-AB5FD9E29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1FDD0-AE1E-4CE0-AF54-B52A9BBA6D46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6A176D-8F87-FE1F-0278-DCC23DB52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F5A8F6-953C-DF79-7AA4-0E3822ADC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8536C-C140-4F36-A87C-A95A0BFFB9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8772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78A4A2E-2BA5-44F4-CD0B-426B22103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BE4D0AA-6660-8A1E-D9D8-57B9E63F3B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57E7CF0-33BB-C1AF-35E8-FA02357AB9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31FDD0-AE1E-4CE0-AF54-B52A9BBA6D46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B78D47C-1A21-2B3F-07CF-DBA8C9C0B6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EEF73F-2BBB-D8ED-850B-F0947352A1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98536C-C140-4F36-A87C-A95A0BFFB9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0686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DB7EBA-017D-0A71-37F5-2F49539B5C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第二期汇报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4935863-AD43-F170-3024-733E317EB64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上位机监控软件编写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路广 朱琴 金骏宾</a:t>
            </a:r>
          </a:p>
        </p:txBody>
      </p:sp>
    </p:spTree>
    <p:extLst>
      <p:ext uri="{BB962C8B-B14F-4D97-AF65-F5344CB8AC3E}">
        <p14:creationId xmlns:p14="http://schemas.microsoft.com/office/powerpoint/2010/main" val="15078341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B253C7-EB85-93A9-E638-4F7C1A5A2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项目要求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F322CF3D-41BF-3ABB-5008-94C981A851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3592" y="1690688"/>
            <a:ext cx="6073666" cy="251481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E07BABB-87A6-9BBC-940C-9B167FE0A5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3429" y="586863"/>
            <a:ext cx="5524979" cy="5906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8418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806FF1-7E83-AFD3-9EC3-FB3328AB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开发思路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A3D78DA-77B7-EC6B-076C-783555F3DC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325" y="1419225"/>
            <a:ext cx="6829425" cy="51816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sz="2000" dirty="0"/>
              <a:t>0.  </a:t>
            </a:r>
            <a:r>
              <a:rPr lang="zh-CN" altLang="en-US" sz="2000" dirty="0"/>
              <a:t>上次展示时发现串口内核的代码仍有较多 </a:t>
            </a:r>
            <a:r>
              <a:rPr lang="en-US" altLang="zh-CN" sz="2000" dirty="0"/>
              <a:t>bug, </a:t>
            </a:r>
            <a:r>
              <a:rPr lang="zh-CN" altLang="en-US" sz="2000" dirty="0"/>
              <a:t>这两周修改后基本不会在运行时出现报错。</a:t>
            </a: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1. Python </a:t>
            </a:r>
            <a:r>
              <a:rPr lang="zh-CN" altLang="en-US" sz="2000" dirty="0"/>
              <a:t>离底层较远，如何构建高效的缓冲区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	</a:t>
            </a:r>
            <a:r>
              <a:rPr lang="en-US" altLang="zh-CN" sz="2000" dirty="0" err="1"/>
              <a:t>bytearray</a:t>
            </a:r>
            <a:r>
              <a:rPr lang="en-US" altLang="zh-CN" sz="2000" dirty="0"/>
              <a:t> </a:t>
            </a:r>
            <a:r>
              <a:rPr lang="zh-CN" altLang="en-US" sz="2000" dirty="0"/>
              <a:t>对象 </a:t>
            </a:r>
            <a:r>
              <a:rPr lang="en-US" altLang="zh-CN" sz="2000" dirty="0"/>
              <a:t>+ </a:t>
            </a:r>
            <a:r>
              <a:rPr lang="zh-CN" altLang="en-US" sz="2000" dirty="0"/>
              <a:t>切片操作</a:t>
            </a:r>
            <a:r>
              <a:rPr lang="en-US" altLang="zh-CN" sz="2000" dirty="0"/>
              <a:t>, </a:t>
            </a:r>
            <a:r>
              <a:rPr lang="zh-CN" altLang="en-US" sz="2000" dirty="0"/>
              <a:t>由于帧头固定为两字节的 </a:t>
            </a:r>
            <a:r>
              <a:rPr lang="en-US" altLang="zh-CN" sz="2000" dirty="0"/>
              <a:t>EB 90 </a:t>
            </a:r>
            <a:r>
              <a:rPr lang="zh-CN" altLang="en-US" sz="2000" dirty="0"/>
              <a:t>，所以可以在字节串中搜索帧头并对帧头前后的数据进行切片处理，从而提取出完整的一帧，解决粘包等问题。</a:t>
            </a: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2. </a:t>
            </a:r>
            <a:r>
              <a:rPr lang="zh-CN" altLang="en-US" sz="2000" dirty="0"/>
              <a:t>数据的实时展示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	</a:t>
            </a:r>
            <a:r>
              <a:rPr lang="zh-CN" altLang="en-US" sz="2000" dirty="0"/>
              <a:t>在上次串口展示窗口的成品 </a:t>
            </a:r>
            <a:r>
              <a:rPr lang="en-US" altLang="zh-CN" sz="2000" dirty="0"/>
              <a:t>GUI </a:t>
            </a:r>
            <a:r>
              <a:rPr lang="zh-CN" altLang="en-US" sz="2000" dirty="0"/>
              <a:t>中加入一帧数据帧的 </a:t>
            </a:r>
            <a:r>
              <a:rPr lang="en-US" altLang="zh-CN" sz="2000" dirty="0"/>
              <a:t>43 </a:t>
            </a:r>
            <a:r>
              <a:rPr lang="zh-CN" altLang="en-US" sz="2000" dirty="0"/>
              <a:t>个字段的解析结果</a:t>
            </a: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3. </a:t>
            </a:r>
            <a:r>
              <a:rPr lang="zh-CN" altLang="en-US" sz="2000" dirty="0"/>
              <a:t>测试样例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	</a:t>
            </a:r>
            <a:r>
              <a:rPr lang="zh-CN" altLang="en-US" sz="2000" dirty="0"/>
              <a:t>我们编写了 </a:t>
            </a:r>
            <a:r>
              <a:rPr lang="en-US" altLang="zh-CN" sz="2000" dirty="0"/>
              <a:t>Python </a:t>
            </a:r>
            <a:r>
              <a:rPr lang="zh-CN" altLang="en-US" sz="2000" dirty="0"/>
              <a:t>脚本，利用上次成品的串口内核，连续构建并输出数据帧，并可以实时修改数据帧内容，观察上位机接收窗口是否实时响应。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57D40D2-5045-84A2-B417-09F79E128A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8660" y="657224"/>
            <a:ext cx="5003339" cy="360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198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5B362A-512A-0C4E-372A-2B0B2DA4F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开发成果展示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098146BF-60F7-377B-08FE-7F8DB34BAB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94994" y="525462"/>
            <a:ext cx="7539832" cy="580707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7FFB5125-571D-0C6A-F393-51EDEF91BA96}"/>
              </a:ext>
            </a:extLst>
          </p:cNvPr>
          <p:cNvSpPr txBox="1"/>
          <p:nvPr/>
        </p:nvSpPr>
        <p:spPr>
          <a:xfrm>
            <a:off x="0" y="2143125"/>
            <a:ext cx="439499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这一期的完成的代码内容已经推送到 </a:t>
            </a:r>
            <a:r>
              <a:rPr lang="en-US" altLang="zh-CN" sz="2000" dirty="0" err="1"/>
              <a:t>github</a:t>
            </a:r>
            <a:r>
              <a:rPr lang="en-US" altLang="zh-CN" sz="2000" dirty="0"/>
              <a:t> </a:t>
            </a:r>
            <a:r>
              <a:rPr lang="zh-CN" altLang="en-US" sz="2000" dirty="0"/>
              <a:t>仓库中</a:t>
            </a:r>
            <a:r>
              <a:rPr lang="en-US" altLang="zh-CN" sz="2000" dirty="0"/>
              <a:t>.</a:t>
            </a:r>
          </a:p>
          <a:p>
            <a:endParaRPr lang="en-US" altLang="zh-CN" sz="2000" dirty="0"/>
          </a:p>
          <a:p>
            <a:r>
              <a:rPr lang="en-US" altLang="zh-CN" sz="2000" dirty="0"/>
              <a:t>https://github.com/lecrion/basic-uart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62925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AAA516-7704-0635-6B57-9BE9DDF47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未来开发方向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714B43A-E723-4CEB-8B6F-8F08B892CE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/>
              <a:t>1. </a:t>
            </a:r>
            <a:r>
              <a:rPr lang="zh-CN" altLang="en-US" sz="2000" dirty="0"/>
              <a:t>后面几期的渲染任务：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	</a:t>
            </a:r>
            <a:r>
              <a:rPr lang="zh-CN" altLang="en-US" sz="2000" dirty="0"/>
              <a:t>学习 </a:t>
            </a:r>
            <a:r>
              <a:rPr lang="en-US" altLang="zh-CN" sz="2000" dirty="0" err="1"/>
              <a:t>PyQtGraphs</a:t>
            </a:r>
            <a:r>
              <a:rPr lang="en-US" altLang="zh-CN" sz="2000" dirty="0"/>
              <a:t> </a:t>
            </a:r>
            <a:r>
              <a:rPr lang="zh-CN" altLang="en-US" sz="2000" dirty="0"/>
              <a:t>库，或者使用 </a:t>
            </a:r>
            <a:r>
              <a:rPr lang="en-US" altLang="zh-CN" sz="2000" dirty="0"/>
              <a:t>Python </a:t>
            </a:r>
            <a:r>
              <a:rPr lang="zh-CN" altLang="en-US" sz="2000" dirty="0"/>
              <a:t>集成的 </a:t>
            </a:r>
            <a:r>
              <a:rPr lang="en-US" altLang="zh-CN" sz="2000" dirty="0"/>
              <a:t>OpenGL</a:t>
            </a:r>
            <a:r>
              <a:rPr lang="zh-CN" altLang="en-US" sz="2000" dirty="0"/>
              <a:t>，实现在接收数据后能够将 </a:t>
            </a:r>
            <a:r>
              <a:rPr lang="en-US" altLang="zh-CN" sz="2000" dirty="0"/>
              <a:t>IMU </a:t>
            </a:r>
            <a:r>
              <a:rPr lang="zh-CN" altLang="en-US" sz="2000" dirty="0"/>
              <a:t>姿态实时渲染在屏幕上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	</a:t>
            </a:r>
            <a:r>
              <a:rPr lang="zh-CN" altLang="en-US" sz="2000" dirty="0"/>
              <a:t>编译 </a:t>
            </a:r>
            <a:r>
              <a:rPr lang="en-US" altLang="zh-CN" sz="2000" dirty="0"/>
              <a:t>C++ Direct3D </a:t>
            </a:r>
            <a:r>
              <a:rPr lang="zh-CN" altLang="en-US" sz="2000" dirty="0"/>
              <a:t>动态链接库，并在 </a:t>
            </a:r>
            <a:r>
              <a:rPr lang="en-US" altLang="zh-CN" sz="2000" dirty="0"/>
              <a:t>Python </a:t>
            </a:r>
            <a:r>
              <a:rPr lang="zh-CN" altLang="en-US" sz="2000" dirty="0"/>
              <a:t>上位机中调用，实现高性能渲染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2. </a:t>
            </a:r>
            <a:r>
              <a:rPr lang="zh-CN" altLang="en-US" sz="2000" dirty="0"/>
              <a:t>继续优化串口收发内核的性能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3. </a:t>
            </a:r>
            <a:r>
              <a:rPr lang="zh-CN" altLang="en-US" sz="2000" dirty="0"/>
              <a:t>结合实际样本，如真实的 </a:t>
            </a:r>
            <a:r>
              <a:rPr lang="en-US" altLang="zh-CN" sz="2000" dirty="0"/>
              <a:t>NAV100 </a:t>
            </a:r>
            <a:r>
              <a:rPr lang="zh-CN" altLang="en-US" sz="2000" dirty="0"/>
              <a:t>惯导模块等，进行进一步性能测试和代码检查</a:t>
            </a:r>
          </a:p>
        </p:txBody>
      </p:sp>
    </p:spTree>
    <p:extLst>
      <p:ext uri="{BB962C8B-B14F-4D97-AF65-F5344CB8AC3E}">
        <p14:creationId xmlns:p14="http://schemas.microsoft.com/office/powerpoint/2010/main" val="16645475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297</Words>
  <Application>Microsoft Office PowerPoint</Application>
  <PresentationFormat>宽屏</PresentationFormat>
  <Paragraphs>26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等线</vt:lpstr>
      <vt:lpstr>等线 Light</vt:lpstr>
      <vt:lpstr>Arial</vt:lpstr>
      <vt:lpstr>Office 主题​​</vt:lpstr>
      <vt:lpstr>第二期汇报</vt:lpstr>
      <vt:lpstr>项目要求</vt:lpstr>
      <vt:lpstr>开发思路</vt:lpstr>
      <vt:lpstr>开发成果展示</vt:lpstr>
      <vt:lpstr>未来开发方向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matthew jin</dc:creator>
  <cp:lastModifiedBy>matthew jin</cp:lastModifiedBy>
  <cp:revision>5</cp:revision>
  <dcterms:created xsi:type="dcterms:W3CDTF">2026-10-22T11:06:15Z</dcterms:created>
  <dcterms:modified xsi:type="dcterms:W3CDTF">2026-10-22T11:31:30Z</dcterms:modified>
</cp:coreProperties>
</file>