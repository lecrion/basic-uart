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27A2FB-AF3D-2074-77F4-C82680CB2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C855E1-0DD5-560B-6A17-5DC436EE9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C08A08-0196-54D9-EADE-8CB3E74CB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4DFB57-D081-8025-CCBB-E87D6949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5D6D1B-7C2F-E160-D938-900F1D49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52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BF52E-AC49-664E-9C37-53C175D78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EE3BA3-59ED-0C7F-9AB1-A9066A2A7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69C462-F2DB-A099-2649-6A1B9BC0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B6C33-2552-ABB7-1FB9-982E3ED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C9266-35DD-5F0C-9F7B-DBDC29021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58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C2868-7AEF-E859-FE77-6599FD8D1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15F365-BB3A-6947-E05A-B284E35E2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6DF78-5DB2-45B9-59FC-4B8BD8CFE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B579E7-AC0A-D9AB-BB5C-28FF7FC23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263C0A-F2F9-8DEE-7174-B238B9A8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998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296BF-6752-B00B-E63D-C2C23101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64EFF5-F133-EFC4-9D2D-1BAC40A85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B95B43-5871-BD71-07EF-D25F71BB2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431623-4DBB-416A-2C79-29B6820D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1BAD4E-7A9A-57F0-B56F-DCB2033F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8B60E-986E-D137-D18D-8E56F1F6B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962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26183-0B90-DEE8-7FF8-7D4B0213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445408-8858-970D-0215-EAF2B5193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217ABB-AB1F-BB55-16BB-B9696B964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FECB3D-0363-0244-2CA5-85A861538D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8F6A61-89C1-9118-19DE-F7122964C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650BAC-4136-982D-14E8-4D210EF98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18E586-F24A-7D19-A7DB-EC35E43AC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D8D8ED7-A129-2D89-FC48-D331FB73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54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3D4C0-316A-8611-53F4-C31788C2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044FC5-AB46-46C3-4555-0C443990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6A0BE4-4D7D-E2BC-FC97-088FFFEBE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CD4B6A-46F6-D3BA-8C02-74C67CD0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872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AFE6D8-0FD8-F622-1DBC-1DDE0D60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BD32C3-49F4-4DED-B6F6-76671AF9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A30675-5F07-8C4A-C949-2AED93DF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873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3C450-9DD4-C78C-F5EA-B29F3549C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F4C41-BA86-5DD8-AFFF-4B5DAE4E3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7FDB14-0FBB-27CC-CC61-3CA92FDC6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9D7EF3-261B-31EE-DBED-38527542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DA451F-EC84-4498-1DCF-B7451C73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2669C-9E5B-95CC-1330-EFFE32B9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333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5D7AAD-F51E-0AB2-28F5-1D23052B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68D57EB-CBE8-084F-CBD0-886B838D6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3E99D2-44AA-6745-EFE9-964EF6A8E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4B0BC8-C012-B799-3EA9-D9AACD370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B68B8A-A8AA-0AC9-CBA2-E2D2B0DA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EB45B0-CBA8-B21E-CFAD-F623A09BB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19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AD352-895A-8FB5-2001-E6F069D33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0F3F11-CC86-08C2-59EA-ABB8DDEFF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E023C2-93BF-3A8D-FC13-D7D57DD1E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4EEBAA-929C-4983-9B6C-C2B16638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E061C3-30B3-4264-B2CB-CCE94F1C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077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DB3D04-4FC1-290C-8EDC-FC1A7810E6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61D086-35CA-5EFC-88C3-E68412C8F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8F3EF3-8C41-8341-64EC-AB5FD9E2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6A176D-8F87-FE1F-0278-DCC23DB52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F5A8F6-953C-DF79-7AA4-0E3822AD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772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8A4A2E-2BA5-44F4-CD0B-426B22103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E4D0AA-6660-8A1E-D9D8-57B9E63F3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7E7CF0-33BB-C1AF-35E8-FA02357AB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1FDD0-AE1E-4CE0-AF54-B52A9BBA6D4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78D47C-1A21-2B3F-07CF-DBA8C9C0B6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EEF73F-2BBB-D8ED-850B-F0947352A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8536C-C140-4F36-A87C-A95A0BFFB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68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B7EBA-017D-0A71-37F5-2F49539B5C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第二期汇报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935863-AD43-F170-3024-733E317EB6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上位机监控软件编写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路广 朱琴 金骏宾</a:t>
            </a:r>
          </a:p>
        </p:txBody>
      </p:sp>
    </p:spTree>
    <p:extLst>
      <p:ext uri="{BB962C8B-B14F-4D97-AF65-F5344CB8AC3E}">
        <p14:creationId xmlns:p14="http://schemas.microsoft.com/office/powerpoint/2010/main" val="1507834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253C7-EB85-93A9-E638-4F7C1A5A2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项目要求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322CF3D-41BF-3ABB-5008-94C981A85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592" y="1690688"/>
            <a:ext cx="6073666" cy="25148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E07BABB-87A6-9BBC-940C-9B167FE0A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429" y="586863"/>
            <a:ext cx="5524979" cy="59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841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06FF1-7E83-AFD3-9EC3-FB3328AB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93661"/>
            <a:ext cx="10515600" cy="1325563"/>
          </a:xfrm>
        </p:spPr>
        <p:txBody>
          <a:bodyPr/>
          <a:lstStyle/>
          <a:p>
            <a:r>
              <a:rPr lang="zh-CN" altLang="en-US" dirty="0"/>
              <a:t>开发思路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3D78DA-77B7-EC6B-076C-783555F3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85850"/>
            <a:ext cx="7771059" cy="5772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0.  </a:t>
            </a:r>
            <a:r>
              <a:rPr lang="zh-CN" altLang="en-US" sz="2000" dirty="0"/>
              <a:t>上次展示时发现串口内核的代码仍有较多 </a:t>
            </a:r>
            <a:r>
              <a:rPr lang="en-US" altLang="zh-CN" sz="2000" dirty="0"/>
              <a:t>bug, </a:t>
            </a:r>
            <a:r>
              <a:rPr lang="zh-CN" altLang="en-US" sz="2000" dirty="0"/>
              <a:t>这两周修改后基本不会在运行时出现报错。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1. Python </a:t>
            </a:r>
            <a:r>
              <a:rPr lang="zh-CN" altLang="en-US" sz="2000" dirty="0"/>
              <a:t>为较高级的语言，离底层较远，如何构建高效的缓冲区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bytearray</a:t>
            </a:r>
            <a:r>
              <a:rPr lang="en-US" altLang="zh-CN" sz="2000" dirty="0"/>
              <a:t> </a:t>
            </a:r>
            <a:r>
              <a:rPr lang="zh-CN" altLang="en-US" sz="2000" dirty="0"/>
              <a:t>对象 </a:t>
            </a:r>
            <a:r>
              <a:rPr lang="en-US" altLang="zh-CN" sz="2000" dirty="0"/>
              <a:t>+ </a:t>
            </a:r>
            <a:r>
              <a:rPr lang="zh-CN" altLang="en-US" sz="2000" dirty="0"/>
              <a:t>切片操作</a:t>
            </a:r>
            <a:r>
              <a:rPr lang="en-US" altLang="zh-CN" sz="2000" dirty="0"/>
              <a:t>, </a:t>
            </a:r>
            <a:r>
              <a:rPr lang="zh-CN" altLang="en-US" sz="2000" dirty="0"/>
              <a:t>由于帧头固定为两字节的 </a:t>
            </a:r>
            <a:r>
              <a:rPr lang="en-US" altLang="zh-CN" sz="2000" dirty="0"/>
              <a:t>EB 90 </a:t>
            </a:r>
            <a:r>
              <a:rPr lang="zh-CN" altLang="en-US" sz="2000" dirty="0"/>
              <a:t>，所以可以在字节串中搜索帧头并对帧头前后的数据进行切片处理，从而提取出完整的一帧，解决粘包等问题。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2. </a:t>
            </a:r>
            <a:r>
              <a:rPr lang="zh-CN" altLang="en-US" sz="2000" dirty="0"/>
              <a:t>数据的实时展示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在上次串口展示窗口的成品 </a:t>
            </a:r>
            <a:r>
              <a:rPr lang="en-US" altLang="zh-CN" sz="2000" dirty="0"/>
              <a:t>GUI </a:t>
            </a:r>
            <a:r>
              <a:rPr lang="zh-CN" altLang="en-US" sz="2000" dirty="0"/>
              <a:t>中加入一帧数据帧的 </a:t>
            </a:r>
            <a:r>
              <a:rPr lang="en-US" altLang="zh-CN" sz="2000" dirty="0"/>
              <a:t>43 </a:t>
            </a:r>
            <a:r>
              <a:rPr lang="zh-CN" altLang="en-US" sz="2000" dirty="0"/>
              <a:t>个字段的解析结果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3. </a:t>
            </a:r>
            <a:r>
              <a:rPr lang="zh-CN" altLang="en-US" sz="2000" dirty="0"/>
              <a:t>测试样例的构建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我们编写了 </a:t>
            </a:r>
            <a:r>
              <a:rPr lang="en-US" altLang="zh-CN" sz="2000" dirty="0"/>
              <a:t>Python </a:t>
            </a:r>
            <a:r>
              <a:rPr lang="zh-CN" altLang="en-US" sz="2000" dirty="0"/>
              <a:t>脚本，利用上次成品的串口内核，连续构建并以 </a:t>
            </a:r>
            <a:r>
              <a:rPr lang="en-US" altLang="zh-CN" sz="2000" dirty="0"/>
              <a:t>20Hz </a:t>
            </a:r>
            <a:r>
              <a:rPr lang="zh-CN" altLang="en-US" sz="2000" dirty="0"/>
              <a:t>的频率输出数据帧，并可以实时修改发送的数据帧内容，观察上位机接收窗口是否实时响应。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7D40D2-5045-84A2-B417-09F79E128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025" y="657225"/>
            <a:ext cx="4752974" cy="342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19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B362A-512A-0C4E-372A-2B0B2DA4F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开发成果展示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98146BF-60F7-377B-08FE-7F8DB34BA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4994" y="525462"/>
            <a:ext cx="7539832" cy="58070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FFB5125-571D-0C6A-F393-51EDEF91BA96}"/>
              </a:ext>
            </a:extLst>
          </p:cNvPr>
          <p:cNvSpPr txBox="1"/>
          <p:nvPr/>
        </p:nvSpPr>
        <p:spPr>
          <a:xfrm>
            <a:off x="0" y="2143125"/>
            <a:ext cx="43949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这一期的完成的代码内容已经推送到 </a:t>
            </a:r>
            <a:r>
              <a:rPr lang="en-US" altLang="zh-CN" sz="2000" dirty="0" err="1"/>
              <a:t>github</a:t>
            </a:r>
            <a:r>
              <a:rPr lang="en-US" altLang="zh-CN" sz="2000" dirty="0"/>
              <a:t> </a:t>
            </a:r>
            <a:r>
              <a:rPr lang="zh-CN" altLang="en-US" sz="2000" dirty="0"/>
              <a:t>仓库中</a:t>
            </a:r>
            <a:r>
              <a:rPr lang="en-US" altLang="zh-CN" sz="2000" dirty="0"/>
              <a:t>.</a:t>
            </a:r>
          </a:p>
          <a:p>
            <a:endParaRPr lang="en-US" altLang="zh-CN" sz="2000" dirty="0"/>
          </a:p>
          <a:p>
            <a:r>
              <a:rPr lang="en-US" altLang="zh-CN" sz="2000" dirty="0"/>
              <a:t>https://github.com/lecrion/basic-uart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6292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AA516-7704-0635-6B57-9BE9DDF47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未来开发方向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14B43A-E723-4CEB-8B6F-8F08B892C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1. </a:t>
            </a:r>
            <a:r>
              <a:rPr lang="zh-CN" altLang="en-US" sz="2000" dirty="0"/>
              <a:t>后面几期的渲染任务：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学习 </a:t>
            </a:r>
            <a:r>
              <a:rPr lang="en-US" altLang="zh-CN" sz="2000" dirty="0" err="1"/>
              <a:t>PyQtGraphs</a:t>
            </a:r>
            <a:r>
              <a:rPr lang="en-US" altLang="zh-CN" sz="2000" dirty="0"/>
              <a:t> </a:t>
            </a:r>
            <a:r>
              <a:rPr lang="zh-CN" altLang="en-US" sz="2000" dirty="0"/>
              <a:t>库，或者使用 </a:t>
            </a:r>
            <a:r>
              <a:rPr lang="en-US" altLang="zh-CN" sz="2000" dirty="0"/>
              <a:t>Python </a:t>
            </a:r>
            <a:r>
              <a:rPr lang="zh-CN" altLang="en-US" sz="2000" dirty="0"/>
              <a:t>集成的 </a:t>
            </a:r>
            <a:r>
              <a:rPr lang="en-US" altLang="zh-CN" sz="2000" dirty="0"/>
              <a:t>OpenGL</a:t>
            </a:r>
            <a:r>
              <a:rPr lang="zh-CN" altLang="en-US" sz="2000" dirty="0"/>
              <a:t>，实现在接收数据后能够将 </a:t>
            </a:r>
            <a:r>
              <a:rPr lang="en-US" altLang="zh-CN" sz="2000" dirty="0"/>
              <a:t>IMU </a:t>
            </a:r>
            <a:r>
              <a:rPr lang="zh-CN" altLang="en-US" sz="2000" dirty="0"/>
              <a:t>姿态实时渲染在屏幕上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编译 </a:t>
            </a:r>
            <a:r>
              <a:rPr lang="en-US" altLang="zh-CN" sz="2000" dirty="0"/>
              <a:t>C++ Direct3D </a:t>
            </a:r>
            <a:r>
              <a:rPr lang="zh-CN" altLang="en-US" sz="2000" dirty="0"/>
              <a:t>动态链接库，并在 </a:t>
            </a:r>
            <a:r>
              <a:rPr lang="en-US" altLang="zh-CN" sz="2000" dirty="0"/>
              <a:t>Python </a:t>
            </a:r>
            <a:r>
              <a:rPr lang="zh-CN" altLang="en-US" sz="2000" dirty="0"/>
              <a:t>上位机中调用，实现高性能渲染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2. </a:t>
            </a:r>
            <a:r>
              <a:rPr lang="zh-CN" altLang="en-US" sz="2000" dirty="0"/>
              <a:t>继续优化串口收发内核的性能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3. </a:t>
            </a:r>
            <a:r>
              <a:rPr lang="zh-CN" altLang="en-US" sz="2000" dirty="0"/>
              <a:t>结合实际样本，如使用真实的 </a:t>
            </a:r>
            <a:r>
              <a:rPr lang="en-US" altLang="zh-CN" sz="2000" dirty="0"/>
              <a:t>NAV100 </a:t>
            </a:r>
            <a:r>
              <a:rPr lang="zh-CN" altLang="en-US" sz="2000" dirty="0"/>
              <a:t>组合导航系统等，进行进一步性能测试，代码检查和改善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4. </a:t>
            </a:r>
            <a:r>
              <a:rPr lang="zh-CN" altLang="en-US" sz="2000" dirty="0"/>
              <a:t>数据帧涉及到 </a:t>
            </a:r>
            <a:r>
              <a:rPr lang="en-US" altLang="zh-CN" sz="2000" dirty="0"/>
              <a:t>GPS </a:t>
            </a:r>
            <a:r>
              <a:rPr lang="zh-CN" altLang="en-US" sz="2000" dirty="0"/>
              <a:t>模块，考虑将地图整合到上位机软件中，能够实时查看雷达所处的地理位置</a:t>
            </a:r>
          </a:p>
        </p:txBody>
      </p:sp>
    </p:spTree>
    <p:extLst>
      <p:ext uri="{BB962C8B-B14F-4D97-AF65-F5344CB8AC3E}">
        <p14:creationId xmlns:p14="http://schemas.microsoft.com/office/powerpoint/2010/main" val="1664547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338</Words>
  <Application>Microsoft Office PowerPoint</Application>
  <PresentationFormat>宽屏</PresentationFormat>
  <Paragraphs>27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第二期汇报</vt:lpstr>
      <vt:lpstr>项目要求</vt:lpstr>
      <vt:lpstr>开发思路</vt:lpstr>
      <vt:lpstr>开发成果展示</vt:lpstr>
      <vt:lpstr>未来开发方向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jin</dc:creator>
  <cp:lastModifiedBy>matthew jin</cp:lastModifiedBy>
  <cp:revision>12</cp:revision>
  <dcterms:created xsi:type="dcterms:W3CDTF">2026-10-22T11:06:15Z</dcterms:created>
  <dcterms:modified xsi:type="dcterms:W3CDTF">2026-10-22T12:02:09Z</dcterms:modified>
</cp:coreProperties>
</file>